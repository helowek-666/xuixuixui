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431008-0956-441B-80AA-F55589D71231}" v="199" dt="2025-12-23T19:41:12.883"/>
    <p1510:client id="{9B60C96D-BA4C-4E99-BEDB-FBF17C87A91C}" v="4" dt="2025-12-23T19:45:58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59400" y="2230560"/>
            <a:ext cx="2761920" cy="137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9;p11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-14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4;p13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" name="Google Shape;85;p13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7" name="Google Shape;86;p13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87;p13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88;p13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89;p13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90;p13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91;p13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92;p13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86680" y="373176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886680" y="237744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887400" y="1700640"/>
            <a:ext cx="6001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886680" y="305460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title"/>
          </p:nvPr>
        </p:nvSpPr>
        <p:spPr>
          <a:xfrm>
            <a:off x="4337640" y="237780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title"/>
          </p:nvPr>
        </p:nvSpPr>
        <p:spPr>
          <a:xfrm>
            <a:off x="4337640" y="305496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title"/>
          </p:nvPr>
        </p:nvSpPr>
        <p:spPr>
          <a:xfrm>
            <a:off x="4337640" y="373176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8"/>
          <p:cNvSpPr>
            <a:spLocks noGrp="1"/>
          </p:cNvSpPr>
          <p:nvPr>
            <p:ph type="title"/>
          </p:nvPr>
        </p:nvSpPr>
        <p:spPr>
          <a:xfrm>
            <a:off x="4337640" y="1700640"/>
            <a:ext cx="6012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9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11;p14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-14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" name="Google Shape;112;p14"/>
          <p:cNvGrpSpPr/>
          <p:nvPr/>
        </p:nvGrpSpPr>
        <p:grpSpPr>
          <a:xfrm>
            <a:off x="235440" y="228600"/>
            <a:ext cx="8672760" cy="4685760"/>
            <a:chOff x="235440" y="228600"/>
            <a:chExt cx="8672760" cy="4685760"/>
          </a:xfrm>
        </p:grpSpPr>
        <p:sp>
          <p:nvSpPr>
            <p:cNvPr id="25" name="Google Shape;113;p14"/>
            <p:cNvSpPr/>
            <p:nvPr/>
          </p:nvSpPr>
          <p:spPr>
            <a:xfrm>
              <a:off x="235440" y="22860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14;p14"/>
            <p:cNvSpPr/>
            <p:nvPr/>
          </p:nvSpPr>
          <p:spPr>
            <a:xfrm>
              <a:off x="6014880" y="22860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15;p14"/>
            <p:cNvSpPr/>
            <p:nvPr/>
          </p:nvSpPr>
          <p:spPr>
            <a:xfrm>
              <a:off x="3125160" y="22860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16;p14"/>
            <p:cNvSpPr/>
            <p:nvPr/>
          </p:nvSpPr>
          <p:spPr>
            <a:xfrm>
              <a:off x="192780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17;p14"/>
            <p:cNvSpPr/>
            <p:nvPr/>
          </p:nvSpPr>
          <p:spPr>
            <a:xfrm>
              <a:off x="3125160" y="257184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18;p14"/>
            <p:cNvSpPr/>
            <p:nvPr/>
          </p:nvSpPr>
          <p:spPr>
            <a:xfrm>
              <a:off x="6014880" y="257184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19;p14"/>
            <p:cNvSpPr/>
            <p:nvPr/>
          </p:nvSpPr>
          <p:spPr>
            <a:xfrm>
              <a:off x="235440" y="257184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23;p15"/>
          <p:cNvPicPr/>
          <p:nvPr/>
        </p:nvPicPr>
        <p:blipFill>
          <a:blip r:embed="rId2"/>
          <a:srcRect t="12364" b="12369"/>
          <a:stretch/>
        </p:blipFill>
        <p:spPr>
          <a:xfrm>
            <a:off x="720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12440" y="793080"/>
            <a:ext cx="4829760" cy="163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12440" y="2594520"/>
            <a:ext cx="4829760" cy="1999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71920" y="228600"/>
            <a:ext cx="2643480" cy="468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28;p16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-14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" name="Google Shape;129;p16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40" name="Google Shape;130;p16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31;p16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32;p16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33;p16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34;p16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35;p16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36;p16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39;p17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432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" name="Google Shape;140;p17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50" name="Google Shape;141;p17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42;p17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43;p17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44;p17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45;p17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46;p17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47;p17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87040" y="254304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885240" y="15854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title"/>
          </p:nvPr>
        </p:nvSpPr>
        <p:spPr>
          <a:xfrm>
            <a:off x="887040" y="350460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56;p18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-14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" name="Google Shape;157;p18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63" name="Google Shape;158;p18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159;p18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160;p18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161;p18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162;p18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163;p18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164;p18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657320" y="3719520"/>
            <a:ext cx="5083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887040" y="3719520"/>
            <a:ext cx="5083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title"/>
          </p:nvPr>
        </p:nvSpPr>
        <p:spPr>
          <a:xfrm>
            <a:off x="887040" y="2938320"/>
            <a:ext cx="507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4657320" y="2938320"/>
            <a:ext cx="5083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title"/>
          </p:nvPr>
        </p:nvSpPr>
        <p:spPr>
          <a:xfrm>
            <a:off x="887040" y="2156760"/>
            <a:ext cx="5083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title"/>
          </p:nvPr>
        </p:nvSpPr>
        <p:spPr>
          <a:xfrm>
            <a:off x="4657320" y="2156760"/>
            <a:ext cx="5083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80;p19"/>
          <p:cNvPicPr/>
          <p:nvPr/>
        </p:nvPicPr>
        <p:blipFill>
          <a:blip r:embed="rId2"/>
          <a:srcRect t="11777" b="1177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81;p19"/>
          <p:cNvPicPr/>
          <p:nvPr/>
        </p:nvPicPr>
        <p:blipFill>
          <a:blip r:embed="rId3"/>
          <a:srcRect t="12364" r="1545" b="12369"/>
          <a:stretch/>
        </p:blipFill>
        <p:spPr>
          <a:xfrm>
            <a:off x="432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4680" y="2016720"/>
            <a:ext cx="32173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724680" y="3291120"/>
            <a:ext cx="32173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87;p20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" name="Google Shape;189;p20"/>
          <p:cNvGrpSpPr/>
          <p:nvPr/>
        </p:nvGrpSpPr>
        <p:grpSpPr>
          <a:xfrm>
            <a:off x="2595600" y="1511280"/>
            <a:ext cx="6312960" cy="3403440"/>
            <a:chOff x="2595600" y="1511280"/>
            <a:chExt cx="6312960" cy="3403440"/>
          </a:xfrm>
        </p:grpSpPr>
        <p:sp>
          <p:nvSpPr>
            <p:cNvPr id="83" name="Google Shape;190;p20"/>
            <p:cNvSpPr/>
            <p:nvPr/>
          </p:nvSpPr>
          <p:spPr>
            <a:xfrm>
              <a:off x="2595600" y="151128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191;p20"/>
            <p:cNvSpPr/>
            <p:nvPr/>
          </p:nvSpPr>
          <p:spPr>
            <a:xfrm>
              <a:off x="6802560" y="151128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192;p20"/>
            <p:cNvSpPr/>
            <p:nvPr/>
          </p:nvSpPr>
          <p:spPr>
            <a:xfrm>
              <a:off x="4699080" y="151128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93;p20"/>
            <p:cNvSpPr/>
            <p:nvPr/>
          </p:nvSpPr>
          <p:spPr>
            <a:xfrm>
              <a:off x="3827520" y="2387520"/>
              <a:ext cx="3958560" cy="17643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74160" tIns="74160" rIns="74160" bIns="741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94;p20"/>
            <p:cNvSpPr/>
            <p:nvPr/>
          </p:nvSpPr>
          <p:spPr>
            <a:xfrm>
              <a:off x="4699080" y="320976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95;p20"/>
            <p:cNvSpPr/>
            <p:nvPr/>
          </p:nvSpPr>
          <p:spPr>
            <a:xfrm>
              <a:off x="6802560" y="320976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96;p20"/>
            <p:cNvSpPr/>
            <p:nvPr/>
          </p:nvSpPr>
          <p:spPr>
            <a:xfrm>
              <a:off x="2595600" y="320976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" name="Google Shape;197;p20"/>
          <p:cNvSpPr/>
          <p:nvPr/>
        </p:nvSpPr>
        <p:spPr>
          <a:xfrm>
            <a:off x="5740920" y="3203640"/>
            <a:ext cx="2632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426480" y="2114640"/>
            <a:ext cx="2594880" cy="95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3;p3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330520" y="2866680"/>
            <a:ext cx="3154320" cy="167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5330520" y="2173320"/>
            <a:ext cx="1267920" cy="83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200;p21"/>
          <p:cNvPicPr/>
          <p:nvPr/>
        </p:nvPicPr>
        <p:blipFill>
          <a:blip r:embed="rId2"/>
          <a:srcRect t="12364" r="773" b="12369"/>
          <a:stretch/>
        </p:blipFill>
        <p:spPr>
          <a:xfrm>
            <a:off x="-71640" y="0"/>
            <a:ext cx="92152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202;p22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432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7;p4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8" name="Google Shape;18;p4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99" name="Google Shape;19;p4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0;p4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1;p4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22;p4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23;p4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4;p4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5;p4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6" name="PlaceHolder 1"/>
          <p:cNvSpPr>
            <a:spLocks noGrp="1"/>
          </p:cNvSpPr>
          <p:nvPr>
            <p:ph type="body"/>
          </p:nvPr>
        </p:nvSpPr>
        <p:spPr>
          <a:xfrm>
            <a:off x="5555160" y="3120480"/>
            <a:ext cx="2701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9;p5"/>
          <p:cNvPicPr/>
          <p:nvPr/>
        </p:nvPicPr>
        <p:blipFill>
          <a:blip r:embed="rId2"/>
          <a:srcRect t="12369" r="1545" b="1236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9" name="Google Shape;30;p5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110" name="Google Shape;31;p5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32;p5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33;p5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34;p5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35;p5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36;p5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37;p5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44;p6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9" name="Google Shape;45;p6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120" name="Google Shape;46;p6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47;p6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48;p6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49;p6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50;p6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51;p6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52;p6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87040" y="671760"/>
            <a:ext cx="7369560" cy="77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55;p7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730120" y="228600"/>
            <a:ext cx="3184920" cy="468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60;p8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63;p9"/>
          <p:cNvPicPr/>
          <p:nvPr/>
        </p:nvPicPr>
        <p:blipFill>
          <a:blip r:embed="rId2"/>
          <a:srcRect t="12364" r="1545" b="12369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5" name="Google Shape;64;p9"/>
          <p:cNvGrpSpPr/>
          <p:nvPr/>
        </p:nvGrpSpPr>
        <p:grpSpPr>
          <a:xfrm>
            <a:off x="229680" y="236880"/>
            <a:ext cx="8672760" cy="4669560"/>
            <a:chOff x="229680" y="236880"/>
            <a:chExt cx="8672760" cy="4669560"/>
          </a:xfrm>
        </p:grpSpPr>
        <p:sp>
          <p:nvSpPr>
            <p:cNvPr id="136" name="Google Shape;65;p9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66;p9"/>
            <p:cNvSpPr/>
            <p:nvPr/>
          </p:nvSpPr>
          <p:spPr>
            <a:xfrm>
              <a:off x="600912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67;p9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68;p9"/>
            <p:cNvSpPr/>
            <p:nvPr/>
          </p:nvSpPr>
          <p:spPr>
            <a:xfrm>
              <a:off x="1922040" y="1442160"/>
              <a:ext cx="5438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69;p9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70;p9"/>
            <p:cNvSpPr/>
            <p:nvPr/>
          </p:nvSpPr>
          <p:spPr>
            <a:xfrm>
              <a:off x="600912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71;p9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5" name="PlaceHolder 2"/>
          <p:cNvSpPr>
            <a:spLocks noGrp="1"/>
          </p:cNvSpPr>
          <p:nvPr>
            <p:ph type="title"/>
          </p:nvPr>
        </p:nvSpPr>
        <p:spPr>
          <a:xfrm>
            <a:off x="228600" y="4549680"/>
            <a:ext cx="2801520" cy="3650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208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21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218;p27"/>
          <p:cNvGrpSpPr/>
          <p:nvPr/>
        </p:nvGrpSpPr>
        <p:grpSpPr>
          <a:xfrm>
            <a:off x="235440" y="1511280"/>
            <a:ext cx="4209480" cy="3403440"/>
            <a:chOff x="235440" y="1511280"/>
            <a:chExt cx="4209480" cy="3403440"/>
          </a:xfrm>
        </p:grpSpPr>
        <p:sp>
          <p:nvSpPr>
            <p:cNvPr id="152" name="Google Shape;219;p27"/>
            <p:cNvSpPr/>
            <p:nvPr/>
          </p:nvSpPr>
          <p:spPr>
            <a:xfrm>
              <a:off x="235440" y="151128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20;p27"/>
            <p:cNvSpPr/>
            <p:nvPr/>
          </p:nvSpPr>
          <p:spPr>
            <a:xfrm>
              <a:off x="2338920" y="151128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221;p27"/>
            <p:cNvSpPr/>
            <p:nvPr/>
          </p:nvSpPr>
          <p:spPr>
            <a:xfrm>
              <a:off x="1467360" y="2387520"/>
              <a:ext cx="2052000" cy="17643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74160" tIns="74160" rIns="74160" bIns="741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222;p27"/>
            <p:cNvSpPr/>
            <p:nvPr/>
          </p:nvSpPr>
          <p:spPr>
            <a:xfrm>
              <a:off x="2338920" y="320976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223;p27"/>
            <p:cNvSpPr/>
            <p:nvPr/>
          </p:nvSpPr>
          <p:spPr>
            <a:xfrm>
              <a:off x="235440" y="3209760"/>
              <a:ext cx="2106000" cy="170496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8240" tIns="48240" rIns="48240" bIns="48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subTitle"/>
          </p:nvPr>
        </p:nvSpPr>
        <p:spPr>
          <a:xfrm>
            <a:off x="961920" y="3607017"/>
            <a:ext cx="3171774" cy="86922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Халоу ребята, это презентация моего TG бота-гайда по зельям Minecraft.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961920" y="2228760"/>
            <a:ext cx="276192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500" b="0" u="none" strike="noStrike" dirty="0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Халоу</a:t>
            </a:r>
            <a:r>
              <a:rPr lang="en-US" sz="4500" dirty="0">
                <a:solidFill>
                  <a:schemeClr val="dk1"/>
                </a:solidFill>
                <a:latin typeface="Afacad Flux"/>
                <a:ea typeface="Afacad Flux"/>
              </a:rPr>
              <a:t>, </a:t>
            </a:r>
            <a:r>
              <a:rPr lang="en-US" sz="4500" dirty="0" err="1">
                <a:solidFill>
                  <a:schemeClr val="dk1"/>
                </a:solidFill>
                <a:latin typeface="Afacad Flux"/>
                <a:ea typeface="Afacad Flux"/>
              </a:rPr>
              <a:t>май</a:t>
            </a:r>
            <a:r>
              <a:rPr lang="en-US" sz="4500" dirty="0">
                <a:solidFill>
                  <a:schemeClr val="dk1"/>
                </a:solidFill>
                <a:latin typeface="Afacad Flux"/>
                <a:ea typeface="Afacad Flux"/>
              </a:rPr>
              <a:t> </a:t>
            </a:r>
            <a:r>
              <a:rPr lang="en-US" sz="4500" dirty="0" err="1">
                <a:solidFill>
                  <a:schemeClr val="dk1"/>
                </a:solidFill>
                <a:latin typeface="Afacad Flux"/>
                <a:ea typeface="Afacad Flux"/>
              </a:rPr>
              <a:t>нэйм</a:t>
            </a:r>
            <a:r>
              <a:rPr lang="en-US" sz="4500" dirty="0">
                <a:solidFill>
                  <a:schemeClr val="dk1"/>
                </a:solidFill>
                <a:latin typeface="Afacad Flux"/>
                <a:ea typeface="Afacad Flux"/>
              </a:rPr>
              <a:t> </a:t>
            </a:r>
            <a:r>
              <a:rPr lang="en-US" sz="4500" dirty="0" err="1">
                <a:solidFill>
                  <a:schemeClr val="dk1"/>
                </a:solidFill>
                <a:latin typeface="Afacad Flux"/>
                <a:ea typeface="Afacad Flux"/>
              </a:rPr>
              <a:t>из</a:t>
            </a:r>
            <a:r>
              <a:rPr lang="en-US" sz="4500" dirty="0">
                <a:solidFill>
                  <a:schemeClr val="dk1"/>
                </a:solidFill>
                <a:latin typeface="Afacad Flux"/>
                <a:ea typeface="Afacad Flux"/>
              </a:rPr>
              <a:t> </a:t>
            </a:r>
            <a:r>
              <a:rPr lang="en-US" sz="4500" dirty="0" err="1">
                <a:solidFill>
                  <a:schemeClr val="dk1"/>
                </a:solidFill>
                <a:latin typeface="Afacad Flux"/>
                <a:ea typeface="Afacad Flux"/>
              </a:rPr>
              <a:t>ЧЛеонид</a:t>
            </a:r>
            <a:endParaRPr lang="fr-FR" sz="4500" b="0" u="none" strike="noStrike" dirty="0" err="1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292;p30" title="pink-nature-landscape-with-vegetation (1).jpg"/>
          <p:cNvSpPr/>
          <p:nvPr/>
        </p:nvSpPr>
        <p:spPr>
          <a:xfrm flipH="1">
            <a:off x="6270840" y="228600"/>
            <a:ext cx="2643480" cy="4686120"/>
          </a:xfrm>
          <a:prstGeom prst="roundRect">
            <a:avLst>
              <a:gd name="adj" fmla="val 10969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0" name="Google Shape;293;p30"/>
          <p:cNvGrpSpPr/>
          <p:nvPr/>
        </p:nvGrpSpPr>
        <p:grpSpPr>
          <a:xfrm>
            <a:off x="229680" y="236880"/>
            <a:ext cx="5783040" cy="4669560"/>
            <a:chOff x="229680" y="236880"/>
            <a:chExt cx="5783040" cy="4669560"/>
          </a:xfrm>
        </p:grpSpPr>
        <p:sp>
          <p:nvSpPr>
            <p:cNvPr id="161" name="Google Shape;294;p30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95;p30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96;p30"/>
            <p:cNvSpPr/>
            <p:nvPr/>
          </p:nvSpPr>
          <p:spPr>
            <a:xfrm>
              <a:off x="1922040" y="1442160"/>
              <a:ext cx="2405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297;p30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298;p30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14240" y="790560"/>
            <a:ext cx="5294576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Что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 </a:t>
            </a:r>
            <a:r>
              <a:rPr lang="en-US" sz="3000" b="0" u="none" strike="noStrike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юзалось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 (</a:t>
            </a:r>
            <a:r>
              <a:rPr lang="en-US" sz="3000" b="0" u="none" strike="noStrike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не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 </a:t>
            </a:r>
            <a:r>
              <a:rPr lang="en-US" sz="3000" b="0" u="none" strike="noStrike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гидра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 </a:t>
            </a:r>
            <a:r>
              <a:rPr lang="en-US" sz="3000" b="0" u="none" strike="noStrike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по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 </a:t>
            </a:r>
            <a:r>
              <a:rPr lang="en-US" sz="3000" b="0" u="none" strike="noStrike" err="1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вене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)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714240" y="2590920"/>
            <a:ext cx="482868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Использовался язык программирования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Python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и его библиотека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Telebot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85960" y="676440"/>
            <a:ext cx="7372080" cy="7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dirty="0" err="1">
                <a:solidFill>
                  <a:schemeClr val="dk1"/>
                </a:solidFill>
                <a:latin typeface="Afacad Flux"/>
              </a:rPr>
              <a:t>Где</a:t>
            </a:r>
            <a:r>
              <a:rPr lang="en-US" sz="3000" dirty="0">
                <a:solidFill>
                  <a:schemeClr val="dk1"/>
                </a:solidFill>
                <a:latin typeface="Afacad Flux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Afacad Flux"/>
              </a:rPr>
              <a:t>найти</a:t>
            </a:r>
            <a:r>
              <a:rPr lang="en-US" sz="3000" dirty="0">
                <a:solidFill>
                  <a:schemeClr val="dk1"/>
                </a:solidFill>
                <a:latin typeface="Afacad Flux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Afacad Flux"/>
              </a:rPr>
              <a:t>сам</a:t>
            </a:r>
            <a:r>
              <a:rPr lang="en-US" sz="3000" dirty="0">
                <a:solidFill>
                  <a:schemeClr val="dk1"/>
                </a:solidFill>
                <a:latin typeface="Afacad Flux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Afacad Flux"/>
              </a:rPr>
              <a:t>код</a:t>
            </a:r>
            <a:endParaRPr lang="ru-RU" dirty="0" err="1"/>
          </a:p>
        </p:txBody>
      </p:sp>
      <p:sp>
        <p:nvSpPr>
          <p:cNvPr id="169" name="PlaceHolder 2"/>
          <p:cNvSpPr>
            <a:spLocks noGrp="1"/>
          </p:cNvSpPr>
          <p:nvPr>
            <p:ph type="subTitle"/>
          </p:nvPr>
        </p:nvSpPr>
        <p:spPr>
          <a:xfrm>
            <a:off x="885960" y="1695600"/>
            <a:ext cx="5086080" cy="288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Albert Sans"/>
              </a:rPr>
              <a:t>С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самим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кодом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можно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ознакомиться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в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моём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githab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ссылку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на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него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вы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найдёте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в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общей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таблице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(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прикладывать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мне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её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сюда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в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падлу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так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что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фигушки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вам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ищите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сами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Albert Sans"/>
              </a:rPr>
              <a:t>бе-бе-бе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)</a:t>
            </a:r>
            <a:endParaRPr lang="ru-RU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292;p30" title="pink-nature-landscape-with-vegetation (1).jpg"/>
          <p:cNvSpPr/>
          <p:nvPr/>
        </p:nvSpPr>
        <p:spPr>
          <a:xfrm flipH="1">
            <a:off x="6270840" y="228600"/>
            <a:ext cx="2643480" cy="4686120"/>
          </a:xfrm>
          <a:prstGeom prst="roundRect">
            <a:avLst>
              <a:gd name="adj" fmla="val 10969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1" name="Google Shape;293;p30"/>
          <p:cNvGrpSpPr/>
          <p:nvPr/>
        </p:nvGrpSpPr>
        <p:grpSpPr>
          <a:xfrm>
            <a:off x="229680" y="236880"/>
            <a:ext cx="5783040" cy="4669560"/>
            <a:chOff x="229680" y="236880"/>
            <a:chExt cx="5783040" cy="4669560"/>
          </a:xfrm>
        </p:grpSpPr>
        <p:sp>
          <p:nvSpPr>
            <p:cNvPr id="172" name="Google Shape;294;p30"/>
            <p:cNvSpPr/>
            <p:nvPr/>
          </p:nvSpPr>
          <p:spPr>
            <a:xfrm>
              <a:off x="22968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95;p30"/>
            <p:cNvSpPr/>
            <p:nvPr/>
          </p:nvSpPr>
          <p:spPr>
            <a:xfrm>
              <a:off x="3119400" y="23688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296;p30"/>
            <p:cNvSpPr/>
            <p:nvPr/>
          </p:nvSpPr>
          <p:spPr>
            <a:xfrm>
              <a:off x="1922040" y="1442160"/>
              <a:ext cx="2405520" cy="2424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1880" tIns="101880" rIns="101880" bIns="101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297;p30"/>
            <p:cNvSpPr/>
            <p:nvPr/>
          </p:nvSpPr>
          <p:spPr>
            <a:xfrm>
              <a:off x="311940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298;p30"/>
            <p:cNvSpPr/>
            <p:nvPr/>
          </p:nvSpPr>
          <p:spPr>
            <a:xfrm>
              <a:off x="229680" y="2563920"/>
              <a:ext cx="2893320" cy="2342520"/>
            </a:xfrm>
            <a:prstGeom prst="roundRect">
              <a:avLst>
                <a:gd name="adj" fmla="val 2085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6240" tIns="66240" rIns="66240" bIns="662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4240" y="790560"/>
            <a:ext cx="482868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facad Flux"/>
                <a:ea typeface="Afacad Flux"/>
              </a:rPr>
              <a:t>Благодарность и завершение презентации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714240" y="2590920"/>
            <a:ext cx="482868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Спасибо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за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внимание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и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интерес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к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моему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проекту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!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Надеюсь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что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представленная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информация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была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абсолютно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вам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не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нужна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Если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есть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вопросы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или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идеи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-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засуньте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их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себе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поглубже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(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Александр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Игоревич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, к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вам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это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не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относится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, я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готов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вас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lbert Sans"/>
                <a:ea typeface="Albert Sans"/>
              </a:rPr>
              <a:t>выслушать</a:t>
            </a:r>
            <a:r>
              <a:rPr lang="en-US" sz="1200" dirty="0">
                <a:solidFill>
                  <a:schemeClr val="dk1"/>
                </a:solidFill>
                <a:latin typeface="Albert Sans"/>
                <a:ea typeface="Albert Sans"/>
              </a:rPr>
              <a:t>)</a:t>
            </a:r>
            <a:endParaRPr lang="fr-FR" sz="1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tel Pink Color by Slidesgo">
  <a:themeElements>
    <a:clrScheme name="Simple Light">
      <a:dk1>
        <a:srgbClr val="822651"/>
      </a:dk1>
      <a:lt1>
        <a:srgbClr val="FBCEDE"/>
      </a:lt1>
      <a:dk2>
        <a:srgbClr val="822651"/>
      </a:dk2>
      <a:lt2>
        <a:srgbClr val="FFEAF1"/>
      </a:lt2>
      <a:accent1>
        <a:srgbClr val="F7B3CB"/>
      </a:accent1>
      <a:accent2>
        <a:srgbClr val="E098B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2265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Экран (16:9)</PresentationFormat>
  <Slides>4</Slides>
  <Notes>0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Pastel Pink Color by Slidesgo</vt:lpstr>
      <vt:lpstr>Slidesgo Final Pages</vt:lpstr>
      <vt:lpstr>Халоу, май нэйм из ЧЛеонид</vt:lpstr>
      <vt:lpstr>Что юзалось (не гидра по вене)</vt:lpstr>
      <vt:lpstr>Где найти сам код</vt:lpstr>
      <vt:lpstr>Благодарность и завершение презентации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37</cp:revision>
  <dcterms:modified xsi:type="dcterms:W3CDTF">2025-12-23T19:45:59Z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2025-12-23T19:35:07Z</dcterms:created>
  <dc:creator>Unknown Creator</dc:creator>
  <dc:description/>
  <dc:language>en-US</dc:language>
  <cp:lastModifiedBy>Unknown Creator</cp:lastModifiedBy>
  <dcterms:modified xsi:type="dcterms:W3CDTF">2025-12-23T19:35:07Z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5</vt:r8>
  </property>
</Properties>
</file>